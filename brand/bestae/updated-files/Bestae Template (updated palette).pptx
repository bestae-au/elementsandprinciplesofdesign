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DD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20" d="100"/>
          <a:sy n="120" d="100"/>
        </p:scale>
        <p:origin x="800" y="1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A402DE-A5C7-E94B-4E93-F4E0840F3E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57F35E-FF9C-35CD-5EF1-0858D83D5E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BF601E-EAF1-9F82-8590-8D51D9AE3E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2ABCA-8DD9-5E42-9341-A0063381902A}" type="datetimeFigureOut">
              <a:rPr lang="en-US" smtClean="0"/>
              <a:t>2/1/26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885CAB-762F-2684-B9A5-ABDAE799D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43C242-BAEE-4625-33B2-47FC95E0A3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14FFF2-B1CB-944A-9F5B-EFAAA58102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1744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A3D4A-E10A-7B71-90C2-8DF67BFEE5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53B7D3-3978-5B14-F216-A3C5A42E96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9F2A6-5F42-3C40-B58B-7D9A70E27E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2ABCA-8DD9-5E42-9341-A0063381902A}" type="datetimeFigureOut">
              <a:rPr lang="en-US" smtClean="0"/>
              <a:t>2/1/26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F0DAF7-6569-B490-10E2-D43A3F4E8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867EE2-E30A-4B34-5AE9-EFB461065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14FFF2-B1CB-944A-9F5B-EFAAA58102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39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E8C0D-EC1B-2A6A-063F-AE6BDFF71B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2CD193-AE47-AA0E-6F88-4E2ECCEE67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9DABC5-F550-1D5D-8F14-FB6ACBC787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2ABCA-8DD9-5E42-9341-A0063381902A}" type="datetimeFigureOut">
              <a:rPr lang="en-US" smtClean="0"/>
              <a:t>2/1/26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B7387D-B357-3301-EFFD-AE987CB59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255BD0-80CD-763E-CCD3-EA6320DB9E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14FFF2-B1CB-944A-9F5B-EFAAA58102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7359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25DE7-AAD1-8005-72F7-56375A658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956867-B167-2DCB-0718-DFF7DF98AD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297EBF-7B7F-A87A-606A-09E6CC9830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8CD7FD-BBCE-CBAE-C5A3-2A1260A36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2ABCA-8DD9-5E42-9341-A0063381902A}" type="datetimeFigureOut">
              <a:rPr lang="en-US" smtClean="0"/>
              <a:t>2/1/26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F57BAC-C8AC-73B7-7524-AAFEE0269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F7953E-9CE4-931C-D49D-CEF2801CF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14FFF2-B1CB-944A-9F5B-EFAAA58102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4317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3B8FD-3D5F-53A0-0952-C707294920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B2F5D1-5001-DEF7-D37D-93D4DDC1CA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E52B0D-A15A-F64B-59A3-C7DEAAFA1A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E8984-CC38-F353-68EB-FAB58148351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7593EF8-4E2E-94DC-18AB-D9E0FA027D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FCFE57B-A260-BD4F-0D81-96AFCC55A9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2ABCA-8DD9-5E42-9341-A0063381902A}" type="datetimeFigureOut">
              <a:rPr lang="en-US" smtClean="0"/>
              <a:t>2/1/26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DB99ADF-7346-F962-E224-85C4B8213E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9C37F89-E4D9-CDBA-7170-27A6DDBE1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14FFF2-B1CB-944A-9F5B-EFAAA58102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130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0E439-3329-F784-D7A0-615738C1C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65708D6-0CD0-5DCE-7DB5-2B9A24F15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2ABCA-8DD9-5E42-9341-A0063381902A}" type="datetimeFigureOut">
              <a:rPr lang="en-US" smtClean="0"/>
              <a:t>2/1/26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16E68F-D3D1-49AE-44C9-D4E88F887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537998-4A7B-3982-5ADE-ABDA3B250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14FFF2-B1CB-944A-9F5B-EFAAA58102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64507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B3513D3-06E7-521D-5F8F-90D3DB615B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2ABCA-8DD9-5E42-9341-A0063381902A}" type="datetimeFigureOut">
              <a:rPr lang="en-US" smtClean="0"/>
              <a:t>2/1/26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83FE75-2EDB-7407-EC68-03E1E10AEB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3ED312-A901-24C5-2DD5-CB0E7FD07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14FFF2-B1CB-944A-9F5B-EFAAA58102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0577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C46CD9-355D-294E-3F8F-F186DF840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D1DC31-3960-7471-F2F5-B99C8EB2F3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CC5242-6D1B-5AE2-3823-7E107DFB1E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706AC0-3896-9CC8-C598-179F2C45E5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2ABCA-8DD9-5E42-9341-A0063381902A}" type="datetimeFigureOut">
              <a:rPr lang="en-US" smtClean="0"/>
              <a:t>2/1/26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3AA0A2-D523-6A61-4F50-3BF43033F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421702-C0C2-5EA4-0D5E-338173AF2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14FFF2-B1CB-944A-9F5B-EFAAA58102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5727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C8E46-7537-0136-11BD-069EB72BEE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11BA22-040E-AB8E-3B13-B947564F74D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44B5CD-C14B-F7B2-3492-BB01002AC6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92B49C-486E-3B83-02B8-2765121148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2ABCA-8DD9-5E42-9341-A0063381902A}" type="datetimeFigureOut">
              <a:rPr lang="en-US" smtClean="0"/>
              <a:t>2/1/26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57C012-8952-1BE6-48E1-BD4299557D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B12942-DE59-C6C5-5978-373F1A634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14FFF2-B1CB-944A-9F5B-EFAAA58102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79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C1F947-823B-ED62-039C-FDB288D4A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77CBE1-4602-665E-30C5-88898DC8E6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880D8-F0C5-6F6D-AAFD-605C6F1FA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2ABCA-8DD9-5E42-9341-A0063381902A}" type="datetimeFigureOut">
              <a:rPr lang="en-US" smtClean="0"/>
              <a:t>2/1/26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B3ED0A-9CC1-2C3C-3729-46ECE081C4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3D37D3-596F-F3CF-B9C6-E6008A025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14FFF2-B1CB-944A-9F5B-EFAAA58102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1512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0E74724-4EFA-4B1B-F3C1-2117714FD2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CCEE99-8736-E734-D720-DAC515A33F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F13C69-B431-0341-2C64-C168FB8229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2ABCA-8DD9-5E42-9341-A0063381902A}" type="datetimeFigureOut">
              <a:rPr lang="en-US" smtClean="0"/>
              <a:t>2/1/26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C73C4B-A2BB-668B-EB5C-B1F4264BF9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FFE991-BD2D-89D8-8218-CFB02B8B9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14FFF2-B1CB-944A-9F5B-EFAAA58102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75885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7DC6FC-AC08-D530-81EB-A3DDAC766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0AE9C8-DFBB-895A-B132-2D7A39EBEC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89B699-B856-0A6C-213F-72B0B106A1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02ABCA-8DD9-5E42-9341-A0063381902A}" type="datetimeFigureOut">
              <a:rPr lang="en-US" smtClean="0"/>
              <a:t>2/1/26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00CA57-6D1C-5237-3840-A19433E2C9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DEF936-CF04-8364-4BE5-9BFA9E879A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14FFF2-B1CB-944A-9F5B-EFAAA58102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0559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09D0EA16-D1DD-68B1-030A-926AFA471963}"/>
              </a:ext>
            </a:extLst>
          </p:cNvPr>
          <p:cNvSpPr txBox="1"/>
          <p:nvPr/>
        </p:nvSpPr>
        <p:spPr>
          <a:xfrm>
            <a:off x="3048886" y="-1464647"/>
            <a:ext cx="6097772" cy="9787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/* </a:t>
            </a:r>
            <a:r>
              <a:rPr lang="en-AU" sz="1800" dirty="0" err="1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Color</a:t>
            </a: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Theme Swatches in Hex */</a:t>
            </a:r>
            <a:endParaRPr lang="en-AU" sz="1800" dirty="0">
              <a:effectLst/>
              <a:latin typeface="Open Sans" panose="020B0606030504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.BESTAE-Main-1-hex { </a:t>
            </a:r>
            <a:r>
              <a:rPr lang="en-AU" sz="1800" dirty="0" err="1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color</a:t>
            </a: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#AC145A; }</a:t>
            </a:r>
            <a:endParaRPr lang="en-AU" sz="1800" dirty="0">
              <a:effectLst/>
              <a:latin typeface="Open Sans" panose="020B0606030504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.BESTAE-Main-2-hex { </a:t>
            </a:r>
            <a:r>
              <a:rPr lang="en-AU" sz="1800" dirty="0" err="1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color</a:t>
            </a: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#FF585D; }</a:t>
            </a:r>
            <a:endParaRPr lang="en-AU" sz="1800" dirty="0">
              <a:effectLst/>
              <a:latin typeface="Open Sans" panose="020B0606030504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.BESTAE-Main-3-hex { </a:t>
            </a:r>
            <a:r>
              <a:rPr lang="en-AU" sz="1800" dirty="0" err="1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color</a:t>
            </a: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#F19C49; }</a:t>
            </a:r>
            <a:endParaRPr lang="en-AU" sz="1800" dirty="0">
              <a:effectLst/>
              <a:latin typeface="Open Sans" panose="020B0606030504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.BESTAE-Main-4-hex { </a:t>
            </a:r>
            <a:r>
              <a:rPr lang="en-AU" sz="1800" dirty="0" err="1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color</a:t>
            </a: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#F3EA5D; }</a:t>
            </a:r>
            <a:endParaRPr lang="en-AU" sz="1800" dirty="0">
              <a:effectLst/>
              <a:latin typeface="Open Sans" panose="020B0606030504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.BESTAE-Main-5-hex { </a:t>
            </a:r>
            <a:r>
              <a:rPr lang="en-AU" sz="1800" dirty="0" err="1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color</a:t>
            </a: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#C5E86C; }</a:t>
            </a:r>
            <a:endParaRPr lang="en-AU" sz="1800" dirty="0">
              <a:effectLst/>
              <a:latin typeface="Open Sans" panose="020B0606030504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.BESTAE-Main-6-hex { </a:t>
            </a:r>
            <a:r>
              <a:rPr lang="en-AU" sz="1800" dirty="0" err="1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color</a:t>
            </a: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#00B2A2; }</a:t>
            </a:r>
            <a:endParaRPr lang="en-AU" sz="1800" dirty="0">
              <a:effectLst/>
              <a:latin typeface="Open Sans" panose="020B0606030504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.BESTAE-Main-7-hex { </a:t>
            </a:r>
            <a:r>
              <a:rPr lang="en-AU" sz="1800" dirty="0" err="1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color</a:t>
            </a: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#007F98; }</a:t>
            </a:r>
            <a:endParaRPr lang="en-AU" sz="1800" dirty="0">
              <a:effectLst/>
              <a:latin typeface="Open Sans" panose="020B0606030504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.BESTAE-Main-8-hex { </a:t>
            </a:r>
            <a:r>
              <a:rPr lang="en-AU" sz="1800" dirty="0" err="1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color</a:t>
            </a: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#326295; }</a:t>
            </a:r>
            <a:endParaRPr lang="en-AU" sz="1800" dirty="0">
              <a:effectLst/>
              <a:latin typeface="Open Sans" panose="020B0606030504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.BESTAE-Main-9-hex { </a:t>
            </a:r>
            <a:r>
              <a:rPr lang="en-AU" sz="1800" dirty="0" err="1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color</a:t>
            </a: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#514689; }</a:t>
            </a:r>
            <a:endParaRPr lang="en-AU" sz="1800" dirty="0">
              <a:effectLst/>
              <a:latin typeface="Open Sans" panose="020B0606030504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AU" sz="1800" dirty="0">
                <a:solidFill>
                  <a:srgbClr val="F7DDEA"/>
                </a:solidFill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BESTAE-Main-10-hex</a:t>
            </a: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{ </a:t>
            </a:r>
            <a:r>
              <a:rPr lang="en-AU" sz="1800" dirty="0" err="1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color</a:t>
            </a: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#E56DB1; }</a:t>
            </a:r>
            <a:endParaRPr lang="en-AU" sz="1800" dirty="0">
              <a:effectLst/>
              <a:latin typeface="Open Sans" panose="020B0606030504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AU" sz="1800" dirty="0">
              <a:effectLst/>
              <a:latin typeface="Open Sans" panose="020B0606030504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/* </a:t>
            </a:r>
            <a:r>
              <a:rPr lang="en-AU" sz="1800" dirty="0" err="1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Color</a:t>
            </a: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Theme Swatches in Hex */</a:t>
            </a:r>
            <a:endParaRPr lang="en-AU" sz="1800" dirty="0">
              <a:effectLst/>
              <a:latin typeface="Open Sans" panose="020B0606030504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.BESTAE-tints-1-hex { </a:t>
            </a:r>
            <a:r>
              <a:rPr lang="en-AU" sz="1800" dirty="0" err="1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color</a:t>
            </a: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#EEDAEA; }</a:t>
            </a:r>
            <a:endParaRPr lang="en-AU" sz="1800" dirty="0">
              <a:effectLst/>
              <a:latin typeface="Open Sans" panose="020B0606030504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.BESTAE-tints-2-hex { </a:t>
            </a:r>
            <a:r>
              <a:rPr lang="en-AU" sz="1800" dirty="0" err="1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color</a:t>
            </a: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#F5DADF; }</a:t>
            </a:r>
            <a:endParaRPr lang="en-AU" sz="1800" dirty="0">
              <a:effectLst/>
              <a:latin typeface="Open Sans" panose="020B0606030504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.BESTAE-tints-3-hex { </a:t>
            </a:r>
            <a:r>
              <a:rPr lang="en-AU" sz="1800" dirty="0" err="1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color</a:t>
            </a: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#FFDFB4; }</a:t>
            </a:r>
            <a:endParaRPr lang="en-AU" sz="1800" dirty="0">
              <a:effectLst/>
              <a:latin typeface="Open Sans" panose="020B0606030504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.BESTAE-tints-4-hex { </a:t>
            </a:r>
            <a:r>
              <a:rPr lang="en-AU" sz="1800" dirty="0" err="1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color</a:t>
            </a: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#F7F4A2; }</a:t>
            </a:r>
            <a:endParaRPr lang="en-AU" sz="1800" dirty="0">
              <a:effectLst/>
              <a:latin typeface="Open Sans" panose="020B0606030504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.BESTAE-tints-5-hex { </a:t>
            </a:r>
            <a:r>
              <a:rPr lang="en-AU" sz="1800" dirty="0" err="1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color</a:t>
            </a: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#EFF4A4; }</a:t>
            </a:r>
            <a:endParaRPr lang="en-AU" sz="1800" dirty="0">
              <a:effectLst/>
              <a:latin typeface="Open Sans" panose="020B0606030504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.BESTAE-tints-6-hex { </a:t>
            </a:r>
            <a:r>
              <a:rPr lang="en-AU" sz="1800" dirty="0" err="1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color</a:t>
            </a: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#D7EFE7; }</a:t>
            </a:r>
            <a:endParaRPr lang="en-AU" sz="1800" dirty="0">
              <a:effectLst/>
              <a:latin typeface="Open Sans" panose="020B0606030504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.BESTAE-tints-7-hex { </a:t>
            </a:r>
            <a:r>
              <a:rPr lang="en-AU" sz="1800" dirty="0" err="1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color</a:t>
            </a: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#DCEBEC; }</a:t>
            </a:r>
            <a:endParaRPr lang="en-AU" sz="1800" dirty="0">
              <a:effectLst/>
              <a:latin typeface="Open Sans" panose="020B0606030504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.BESTAE-tints-8-hex { </a:t>
            </a:r>
            <a:r>
              <a:rPr lang="en-AU" sz="1800" dirty="0" err="1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color</a:t>
            </a: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#D5EBEE; }</a:t>
            </a:r>
            <a:endParaRPr lang="en-AU" sz="1800" dirty="0">
              <a:effectLst/>
              <a:latin typeface="Open Sans" panose="020B0606030504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.BESTAE-tints-9-hex { </a:t>
            </a:r>
            <a:r>
              <a:rPr lang="en-AU" sz="1800" dirty="0" err="1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color</a:t>
            </a: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#DCD3E7; }</a:t>
            </a:r>
            <a:endParaRPr lang="en-AU" sz="1800" dirty="0">
              <a:effectLst/>
              <a:latin typeface="Open Sans" panose="020B0606030504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.BESTAE-tints-10-hex { </a:t>
            </a:r>
            <a:r>
              <a:rPr lang="en-AU" sz="1800" dirty="0" err="1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color</a:t>
            </a: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#F2DEE9; }</a:t>
            </a:r>
            <a:endParaRPr lang="en-AU" sz="1800" dirty="0">
              <a:effectLst/>
              <a:latin typeface="Open Sans" panose="020B0606030504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AU" sz="1800" dirty="0">
              <a:effectLst/>
              <a:latin typeface="Open Sans" panose="020B0606030504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/* </a:t>
            </a:r>
            <a:r>
              <a:rPr lang="en-AU" sz="1800" dirty="0" err="1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Color</a:t>
            </a: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Theme Swatches in Hex */</a:t>
            </a:r>
            <a:endParaRPr lang="en-AU" sz="1800" dirty="0">
              <a:effectLst/>
              <a:latin typeface="Open Sans" panose="020B0606030504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.BESTAE-shadows-1-hex { </a:t>
            </a:r>
            <a:r>
              <a:rPr lang="en-AU" sz="1800" dirty="0" err="1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color</a:t>
            </a: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#651C32; }</a:t>
            </a:r>
            <a:endParaRPr lang="en-AU" sz="1800" dirty="0">
              <a:effectLst/>
              <a:latin typeface="Open Sans" panose="020B0606030504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.BESTAE-shadows-2-hex { </a:t>
            </a:r>
            <a:r>
              <a:rPr lang="en-AU" sz="1800" dirty="0" err="1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color</a:t>
            </a: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#551C25; }</a:t>
            </a:r>
            <a:endParaRPr lang="en-AU" sz="1800" dirty="0">
              <a:effectLst/>
              <a:latin typeface="Open Sans" panose="020B0606030504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.BESTAE-shadows-3-hex { </a:t>
            </a:r>
            <a:r>
              <a:rPr lang="en-AU" sz="1800" dirty="0" err="1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color</a:t>
            </a: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#4F2C1D; }</a:t>
            </a:r>
            <a:endParaRPr lang="en-AU" sz="1800" dirty="0">
              <a:effectLst/>
              <a:latin typeface="Open Sans" panose="020B0606030504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.BESTAE-shadows-4-hex { </a:t>
            </a:r>
            <a:r>
              <a:rPr lang="en-AU" sz="1800" dirty="0" err="1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color</a:t>
            </a: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#8A6400; }</a:t>
            </a:r>
            <a:endParaRPr lang="en-AU" sz="1800" dirty="0">
              <a:effectLst/>
              <a:latin typeface="Open Sans" panose="020B0606030504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.BESTAE-shadows-5-hex { </a:t>
            </a:r>
            <a:r>
              <a:rPr lang="en-AU" sz="1800" dirty="0" err="1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color</a:t>
            </a: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#1C4220; }</a:t>
            </a:r>
            <a:endParaRPr lang="en-AU" sz="1800" dirty="0">
              <a:effectLst/>
              <a:latin typeface="Open Sans" panose="020B0606030504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.BESTAE-shadows-6-hex { </a:t>
            </a:r>
            <a:r>
              <a:rPr lang="en-AU" sz="1800" dirty="0" err="1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color</a:t>
            </a: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#024638; }</a:t>
            </a:r>
            <a:endParaRPr lang="en-AU" sz="1800" dirty="0">
              <a:effectLst/>
              <a:latin typeface="Open Sans" panose="020B0606030504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.BESTAE-shadows-7-hex { </a:t>
            </a:r>
            <a:r>
              <a:rPr lang="en-AU" sz="1800" dirty="0" err="1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color</a:t>
            </a: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#003540; }</a:t>
            </a:r>
            <a:endParaRPr lang="en-AU" sz="1800" dirty="0">
              <a:effectLst/>
              <a:latin typeface="Open Sans" panose="020B0606030504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.BESTAE-shadows-8-hex { </a:t>
            </a:r>
            <a:r>
              <a:rPr lang="en-AU" sz="1800" dirty="0" err="1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color</a:t>
            </a: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#041E42; }</a:t>
            </a:r>
            <a:endParaRPr lang="en-AU" sz="1800" dirty="0">
              <a:effectLst/>
              <a:latin typeface="Open Sans" panose="020B0606030504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.BESTAE-shadows-9-hex { </a:t>
            </a:r>
            <a:r>
              <a:rPr lang="en-AU" sz="1800" dirty="0" err="1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color</a:t>
            </a: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#201547; }</a:t>
            </a:r>
            <a:endParaRPr lang="en-AU" sz="1800" dirty="0">
              <a:effectLst/>
              <a:latin typeface="Open Sans" panose="020B0606030504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.BESTAE-shadows-10-hex { </a:t>
            </a:r>
            <a:r>
              <a:rPr lang="en-AU" sz="1800" dirty="0" err="1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color</a:t>
            </a:r>
            <a:r>
              <a:rPr lang="en-AU" sz="1800" dirty="0">
                <a:effectLst/>
                <a:latin typeface="Lato" panose="020F050202020403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#621244; }</a:t>
            </a:r>
            <a:endParaRPr lang="en-AU" sz="1800" dirty="0">
              <a:effectLst/>
              <a:latin typeface="Open Sans" panose="020B0606030504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77101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ESTAE">
      <a:dk1>
        <a:srgbClr val="AC1459"/>
      </a:dk1>
      <a:lt1>
        <a:srgbClr val="FF585D"/>
      </a:lt1>
      <a:dk2>
        <a:srgbClr val="F19C49"/>
      </a:dk2>
      <a:lt2>
        <a:srgbClr val="F3EA5D"/>
      </a:lt2>
      <a:accent1>
        <a:srgbClr val="C5E86C"/>
      </a:accent1>
      <a:accent2>
        <a:srgbClr val="00B2A2"/>
      </a:accent2>
      <a:accent3>
        <a:srgbClr val="007F98"/>
      </a:accent3>
      <a:accent4>
        <a:srgbClr val="326195"/>
      </a:accent4>
      <a:accent5>
        <a:srgbClr val="514689"/>
      </a:accent5>
      <a:accent6>
        <a:srgbClr val="E56DB1"/>
      </a:accent6>
      <a:hlink>
        <a:srgbClr val="007F98"/>
      </a:hlink>
      <a:folHlink>
        <a:srgbClr val="003440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293</Words>
  <Application>Microsoft Macintosh PowerPoint</Application>
  <PresentationFormat>Widescreen</PresentationFormat>
  <Paragraphs>35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Lato</vt:lpstr>
      <vt:lpstr>Open Sans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Brittany Staniforth</dc:creator>
  <cp:lastModifiedBy>Brittany Staniforth</cp:lastModifiedBy>
  <cp:revision>1</cp:revision>
  <dcterms:created xsi:type="dcterms:W3CDTF">2026-02-01T04:50:06Z</dcterms:created>
  <dcterms:modified xsi:type="dcterms:W3CDTF">2026-02-01T05:11:55Z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a6beb24-8c32-40df-9278-02912365cbb6_Enabled">
    <vt:lpwstr>true</vt:lpwstr>
  </property>
  <property fmtid="{D5CDD505-2E9C-101B-9397-08002B2CF9AE}" pid="3" name="MSIP_Label_4a6beb24-8c32-40df-9278-02912365cbb6_SetDate">
    <vt:lpwstr>2026-02-01T05:11:52Z</vt:lpwstr>
  </property>
  <property fmtid="{D5CDD505-2E9C-101B-9397-08002B2CF9AE}" pid="4" name="MSIP_Label_4a6beb24-8c32-40df-9278-02912365cbb6_Method">
    <vt:lpwstr>Privileged</vt:lpwstr>
  </property>
  <property fmtid="{D5CDD505-2E9C-101B-9397-08002B2CF9AE}" pid="5" name="MSIP_Label_4a6beb24-8c32-40df-9278-02912365cbb6_Name">
    <vt:lpwstr>General</vt:lpwstr>
  </property>
  <property fmtid="{D5CDD505-2E9C-101B-9397-08002B2CF9AE}" pid="6" name="MSIP_Label_4a6beb24-8c32-40df-9278-02912365cbb6_SiteId">
    <vt:lpwstr>6a404a8d-52a1-4c83-9a6b-7594d8bb2fbe</vt:lpwstr>
  </property>
  <property fmtid="{D5CDD505-2E9C-101B-9397-08002B2CF9AE}" pid="7" name="MSIP_Label_4a6beb24-8c32-40df-9278-02912365cbb6_ActionId">
    <vt:lpwstr>7eeba33b-b4ee-4ec8-96c0-c1be3aeb1bd0</vt:lpwstr>
  </property>
  <property fmtid="{D5CDD505-2E9C-101B-9397-08002B2CF9AE}" pid="8" name="MSIP_Label_4a6beb24-8c32-40df-9278-02912365cbb6_ContentBits">
    <vt:lpwstr>0</vt:lpwstr>
  </property>
  <property fmtid="{D5CDD505-2E9C-101B-9397-08002B2CF9AE}" pid="9" name="MSIP_Label_4a6beb24-8c32-40df-9278-02912365cbb6_Tag">
    <vt:lpwstr>50, 0, 1, 1</vt:lpwstr>
  </property>
</Properties>
</file>