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02DE-A5C7-E94B-4E93-F4E0840F3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7F35E-FF9C-35CD-5EF1-0858D83D5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F601E-EAF1-9F82-8590-8D51D9AE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85CAB-762F-2684-B9A5-ABDAE799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3C242-BAEE-4625-33B2-47FC95E0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7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3D4A-E10A-7B71-90C2-8DF67BFE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B7D3-3978-5B14-F216-A3C5A42E9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9F2A6-5F42-3C40-B58B-7D9A70E2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0DAF7-6569-B490-10E2-D43A3F4E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67EE2-E30A-4B34-5AE9-EFB46106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8C0D-EC1B-2A6A-063F-AE6BDFF71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CD193-AE47-AA0E-6F88-4E2ECCEE6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DABC5-F550-1D5D-8F14-FB6ACBC7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7387D-B357-3301-EFFD-AE987CB5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5BD0-80CD-763E-CCD3-EA6320DB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5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5DE7-AAD1-8005-72F7-56375A65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56867-B167-2DCB-0718-DFF7DF98A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97EBF-7B7F-A87A-606A-09E6CC983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CD7FD-BBCE-CBAE-C5A3-2A1260A36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BAC-C8AC-73B7-7524-AAFEE02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7953E-9CE4-931C-D49D-CEF2801C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1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B8FD-3D5F-53A0-0952-C70729492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2F5D1-5001-DEF7-D37D-93D4DDC1C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52B0D-A15A-F64B-59A3-C7DEAAFA1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E8984-CC38-F353-68EB-FAB581483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93EF8-4E2E-94DC-18AB-D9E0FA027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FE57B-A260-BD4F-0D81-96AFCC55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99ADF-7346-F962-E224-85C4B821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C37F89-E4D9-CDBA-7170-27A6DDBE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E439-3329-F784-D7A0-615738C1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708D6-0CD0-5DCE-7DB5-2B9A24F1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6E68F-D3D1-49AE-44C9-D4E88F88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37998-4A7B-3982-5ADE-ABDA3B25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5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513D3-06E7-521D-5F8F-90D3DB61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3FE75-2EDB-7407-EC68-03E1E10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ED312-A901-24C5-2DD5-CB0E7FD0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7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6CD9-355D-294E-3F8F-F186DF84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DC31-3960-7471-F2F5-B99C8EB2F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C5242-6D1B-5AE2-3823-7E107DFB1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06AC0-3896-9CC8-C598-179F2C45E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AA0A2-D523-6A61-4F50-3BF43033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21702-C0C2-5EA4-0D5E-338173AF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72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8E46-7537-0136-11BD-069EB72BE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1BA22-040E-AB8E-3B13-B947564F7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4B5CD-C14B-F7B2-3492-BB01002AC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2B49C-486E-3B83-02B8-27651211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7C012-8952-1BE6-48E1-BD4299557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12942-DE59-C6C5-5978-373F1A63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9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F947-823B-ED62-039C-FDB288D4A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7CBE1-4602-665E-30C5-88898DC8E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880D8-F0C5-6F6D-AAFD-605C6F1F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3ED0A-9CC1-2C3C-3729-46ECE081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D37D3-596F-F3CF-B9C6-E6008A02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5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E74724-4EFA-4B1B-F3C1-2117714FD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CEE99-8736-E734-D720-DAC515A33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13C69-B431-0341-2C64-C168FB82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3C4B-A2BB-668B-EB5C-B1F4264B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FE991-BD2D-89D8-8218-CFB02B8B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88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7DC6FC-AC08-D530-81EB-A3DDAC76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AE9C8-DFBB-895A-B132-2D7A39EBE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9B699-B856-0A6C-213F-72B0B106A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2ABCA-8DD9-5E42-9341-A0063381902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0CA57-6D1C-5237-3840-A19433E2C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EF936-CF04-8364-4BE5-9BFA9E879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4FFF2-B1CB-944A-9F5B-EFAAA5810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5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9D0EA16-D1DD-68B1-030A-926AFA471963}"/>
              </a:ext>
            </a:extLst>
          </p:cNvPr>
          <p:cNvSpPr txBox="1"/>
          <p:nvPr/>
        </p:nvSpPr>
        <p:spPr>
          <a:xfrm>
            <a:off x="3048886" y="-1464647"/>
            <a:ext cx="6097772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Theme Swatches in Hex */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.BESTAE-Main-1-hex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#AC145A;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.BESTAE-Main-2-hex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#FF585D;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.BESTAE-Main-3-hex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#F19C49;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.BESTAE-Main-4-hex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#F3EA5D;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.BESTAE-Main-5-hex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#C5E86C;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.BESTAE-Main-6-hex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#00B2A2;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.BESTAE-Main-7-hex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#007F98;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.BESTAE-Main-8-hex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#326295;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.BESTAE-Main-9-hex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#514689;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AU" sz="1800" dirty="0">
                <a:solidFill>
                  <a:srgbClr val="F7DDEA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BESTAE-Main-10-hex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#E56DB1;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Theme Swatches in Hex */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.BESTAE-tints-1-hex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#EEDAEA;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.BESTAE-tints-2-hex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#F5DADF;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.BESTAE-tints-3-hex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#FFDFB4;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.BESTAE-tints-4-hex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#F7F4A2;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.BESTAE-tints-5-hex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#E8F6C4;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.BESTAE-tints-6-hex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#D7EFE7;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.BESTAE-tints-7-hex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#DCEBEC;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.BESTAE-tints-8-hex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#D2DCE8;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.BESTAE-tints-9-hex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#DCD3E7;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.BESTAE-tints-10-hex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#F7D0E6;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Theme Swatches in Hex */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.BESTAE-shadows-1-hex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#651C32;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.BESTAE-shadows-2-hex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#551C25;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.BESTAE-shadows-3-hex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#4F2C1D;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.BESTAE-shadows-4-hex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#8A6400;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.BESTAE-shadows-5-hex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#1C4220;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.BESTAE-shadows-6-hex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#024638;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.BESTAE-shadows-7-hex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#003540;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.BESTAE-shadows-8-hex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#041E42;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.BESTAE-shadows-9-hex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#201547;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.BESTAE-shadows-10-hex { </a:t>
            </a:r>
            <a:r>
              <a:rPr lang="en-AU" sz="1800" dirty="0" err="1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AU" sz="1800" dirty="0"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#621244; }</a:t>
            </a:r>
            <a:endParaRPr lang="en-AU" sz="1800" dirty="0"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710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STAE">
      <a:dk1>
        <a:srgbClr val="AC1459"/>
      </a:dk1>
      <a:lt1>
        <a:srgbClr val="FF585D"/>
      </a:lt1>
      <a:dk2>
        <a:srgbClr val="F19C49"/>
      </a:dk2>
      <a:lt2>
        <a:srgbClr val="F3EA5D"/>
      </a:lt2>
      <a:accent1>
        <a:srgbClr val="C5E86C"/>
      </a:accent1>
      <a:accent2>
        <a:srgbClr val="00B2A2"/>
      </a:accent2>
      <a:accent3>
        <a:srgbClr val="007F98"/>
      </a:accent3>
      <a:accent4>
        <a:srgbClr val="326195"/>
      </a:accent4>
      <a:accent5>
        <a:srgbClr val="514689"/>
      </a:accent5>
      <a:accent6>
        <a:srgbClr val="E56DB1"/>
      </a:accent6>
      <a:hlink>
        <a:srgbClr val="007F98"/>
      </a:hlink>
      <a:folHlink>
        <a:srgbClr val="00344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Macintosh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Lato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Brittany Staniforth</dc:creator>
  <cp:lastModifiedBy>Brittany Staniforth</cp:lastModifiedBy>
  <cp:revision>1</cp:revision>
  <dcterms:created xsi:type="dcterms:W3CDTF">2026-02-01T04:50:06Z</dcterms:created>
  <dcterms:modified xsi:type="dcterms:W3CDTF">2026-02-01T05:11:55Z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6beb24-8c32-40df-9278-02912365cbb6_Enabled">
    <vt:lpwstr>true</vt:lpwstr>
  </property>
  <property fmtid="{D5CDD505-2E9C-101B-9397-08002B2CF9AE}" pid="3" name="MSIP_Label_4a6beb24-8c32-40df-9278-02912365cbb6_SetDate">
    <vt:lpwstr>2026-02-01T05:11:52Z</vt:lpwstr>
  </property>
  <property fmtid="{D5CDD505-2E9C-101B-9397-08002B2CF9AE}" pid="4" name="MSIP_Label_4a6beb24-8c32-40df-9278-02912365cbb6_Method">
    <vt:lpwstr>Privileged</vt:lpwstr>
  </property>
  <property fmtid="{D5CDD505-2E9C-101B-9397-08002B2CF9AE}" pid="5" name="MSIP_Label_4a6beb24-8c32-40df-9278-02912365cbb6_Name">
    <vt:lpwstr>General</vt:lpwstr>
  </property>
  <property fmtid="{D5CDD505-2E9C-101B-9397-08002B2CF9AE}" pid="6" name="MSIP_Label_4a6beb24-8c32-40df-9278-02912365cbb6_SiteId">
    <vt:lpwstr>6a404a8d-52a1-4c83-9a6b-7594d8bb2fbe</vt:lpwstr>
  </property>
  <property fmtid="{D5CDD505-2E9C-101B-9397-08002B2CF9AE}" pid="7" name="MSIP_Label_4a6beb24-8c32-40df-9278-02912365cbb6_ActionId">
    <vt:lpwstr>7eeba33b-b4ee-4ec8-96c0-c1be3aeb1bd0</vt:lpwstr>
  </property>
  <property fmtid="{D5CDD505-2E9C-101B-9397-08002B2CF9AE}" pid="8" name="MSIP_Label_4a6beb24-8c32-40df-9278-02912365cbb6_ContentBits">
    <vt:lpwstr>0</vt:lpwstr>
  </property>
  <property fmtid="{D5CDD505-2E9C-101B-9397-08002B2CF9AE}" pid="9" name="MSIP_Label_4a6beb24-8c32-40df-9278-02912365cbb6_Tag">
    <vt:lpwstr>50, 0, 1, 1</vt:lpwstr>
  </property>
</Properties>
</file>